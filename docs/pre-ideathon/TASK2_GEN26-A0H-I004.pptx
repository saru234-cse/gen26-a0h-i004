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8" r:id="rId2"/>
    <p:sldId id="259" r:id="rId3"/>
    <p:sldId id="260" r:id="rId4"/>
    <p:sldId id="261" r:id="rId5"/>
    <p:sldId id="262" r:id="rId6"/>
    <p:sldId id="263"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DAB962-8731-40D7-9017-45D22F6A4418}" v="21" dt="2026-10-09T15:25:34.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UMATHI R N" userId="0605be4fb276a409" providerId="LiveId" clId="{12791EE1-7A5F-4DC6-8D91-55722DA266F8}"/>
    <pc:docChg chg="undo custSel delSld modSld modSection">
      <pc:chgData name="SARUMATHI R N" userId="0605be4fb276a409" providerId="LiveId" clId="{12791EE1-7A5F-4DC6-8D91-55722DA266F8}" dt="2026-10-09T15:25:35.774" v="614" actId="5793"/>
      <pc:docMkLst>
        <pc:docMk/>
      </pc:docMkLst>
      <pc:sldChg chg="del">
        <pc:chgData name="SARUMATHI R N" userId="0605be4fb276a409" providerId="LiveId" clId="{12791EE1-7A5F-4DC6-8D91-55722DA266F8}" dt="2026-10-09T11:05:35.867" v="0" actId="47"/>
        <pc:sldMkLst>
          <pc:docMk/>
          <pc:sldMk cId="0" sldId="256"/>
        </pc:sldMkLst>
      </pc:sldChg>
      <pc:sldChg chg="del">
        <pc:chgData name="SARUMATHI R N" userId="0605be4fb276a409" providerId="LiveId" clId="{12791EE1-7A5F-4DC6-8D91-55722DA266F8}" dt="2026-10-09T11:05:37.982" v="1" actId="47"/>
        <pc:sldMkLst>
          <pc:docMk/>
          <pc:sldMk cId="0" sldId="257"/>
        </pc:sldMkLst>
      </pc:sldChg>
      <pc:sldChg chg="modSp mod">
        <pc:chgData name="SARUMATHI R N" userId="0605be4fb276a409" providerId="LiveId" clId="{12791EE1-7A5F-4DC6-8D91-55722DA266F8}" dt="2026-10-09T11:12:12.266" v="122"/>
        <pc:sldMkLst>
          <pc:docMk/>
          <pc:sldMk cId="0" sldId="258"/>
        </pc:sldMkLst>
        <pc:spChg chg="mod">
          <ac:chgData name="SARUMATHI R N" userId="0605be4fb276a409" providerId="LiveId" clId="{12791EE1-7A5F-4DC6-8D91-55722DA266F8}" dt="2026-10-09T11:05:57.681" v="23" actId="20577"/>
          <ac:spMkLst>
            <pc:docMk/>
            <pc:sldMk cId="0" sldId="258"/>
            <ac:spMk id="6" creationId="{00000000-0000-0000-0000-000000000000}"/>
          </ac:spMkLst>
        </pc:spChg>
        <pc:spChg chg="mod">
          <ac:chgData name="SARUMATHI R N" userId="0605be4fb276a409" providerId="LiveId" clId="{12791EE1-7A5F-4DC6-8D91-55722DA266F8}" dt="2026-10-09T11:12:12.266" v="122"/>
          <ac:spMkLst>
            <pc:docMk/>
            <pc:sldMk cId="0" sldId="258"/>
            <ac:spMk id="10" creationId="{00000000-0000-0000-0000-000000000000}"/>
          </ac:spMkLst>
        </pc:spChg>
      </pc:sldChg>
      <pc:sldChg chg="addSp delSp modSp mod">
        <pc:chgData name="SARUMATHI R N" userId="0605be4fb276a409" providerId="LiveId" clId="{12791EE1-7A5F-4DC6-8D91-55722DA266F8}" dt="2026-10-09T15:13:37.323" v="336"/>
        <pc:sldMkLst>
          <pc:docMk/>
          <pc:sldMk cId="0" sldId="259"/>
        </pc:sldMkLst>
        <pc:spChg chg="mod">
          <ac:chgData name="SARUMATHI R N" userId="0605be4fb276a409" providerId="LiveId" clId="{12791EE1-7A5F-4DC6-8D91-55722DA266F8}" dt="2026-10-09T11:12:35.553" v="142" actId="20577"/>
          <ac:spMkLst>
            <pc:docMk/>
            <pc:sldMk cId="0" sldId="259"/>
            <ac:spMk id="6" creationId="{00000000-0000-0000-0000-000000000000}"/>
          </ac:spMkLst>
        </pc:spChg>
        <pc:spChg chg="mod">
          <ac:chgData name="SARUMATHI R N" userId="0605be4fb276a409" providerId="LiveId" clId="{12791EE1-7A5F-4DC6-8D91-55722DA266F8}" dt="2026-10-09T15:13:35.182" v="334" actId="5793"/>
          <ac:spMkLst>
            <pc:docMk/>
            <pc:sldMk cId="0" sldId="259"/>
            <ac:spMk id="10" creationId="{00000000-0000-0000-0000-000000000000}"/>
          </ac:spMkLst>
        </pc:spChg>
        <pc:spChg chg="add del mod">
          <ac:chgData name="SARUMATHI R N" userId="0605be4fb276a409" providerId="LiveId" clId="{12791EE1-7A5F-4DC6-8D91-55722DA266F8}" dt="2026-10-09T15:13:37.323" v="336"/>
          <ac:spMkLst>
            <pc:docMk/>
            <pc:sldMk cId="0" sldId="259"/>
            <ac:spMk id="11" creationId="{2E1289BE-4DC0-9BCB-F643-7D8E5B0746D5}"/>
          </ac:spMkLst>
        </pc:spChg>
      </pc:sldChg>
      <pc:sldChg chg="modSp mod">
        <pc:chgData name="SARUMATHI R N" userId="0605be4fb276a409" providerId="LiveId" clId="{12791EE1-7A5F-4DC6-8D91-55722DA266F8}" dt="2026-10-09T15:15:41.090" v="398" actId="20577"/>
        <pc:sldMkLst>
          <pc:docMk/>
          <pc:sldMk cId="0" sldId="260"/>
        </pc:sldMkLst>
        <pc:spChg chg="mod">
          <ac:chgData name="SARUMATHI R N" userId="0605be4fb276a409" providerId="LiveId" clId="{12791EE1-7A5F-4DC6-8D91-55722DA266F8}" dt="2026-10-09T11:12:49.121" v="162" actId="20577"/>
          <ac:spMkLst>
            <pc:docMk/>
            <pc:sldMk cId="0" sldId="260"/>
            <ac:spMk id="6" creationId="{00000000-0000-0000-0000-000000000000}"/>
          </ac:spMkLst>
        </pc:spChg>
        <pc:spChg chg="mod">
          <ac:chgData name="SARUMATHI R N" userId="0605be4fb276a409" providerId="LiveId" clId="{12791EE1-7A5F-4DC6-8D91-55722DA266F8}" dt="2026-10-09T15:15:41.090" v="398" actId="20577"/>
          <ac:spMkLst>
            <pc:docMk/>
            <pc:sldMk cId="0" sldId="260"/>
            <ac:spMk id="10" creationId="{00000000-0000-0000-0000-000000000000}"/>
          </ac:spMkLst>
        </pc:spChg>
      </pc:sldChg>
      <pc:sldChg chg="modSp mod">
        <pc:chgData name="SARUMATHI R N" userId="0605be4fb276a409" providerId="LiveId" clId="{12791EE1-7A5F-4DC6-8D91-55722DA266F8}" dt="2026-10-09T15:18:06.247" v="462" actId="5793"/>
        <pc:sldMkLst>
          <pc:docMk/>
          <pc:sldMk cId="0" sldId="261"/>
        </pc:sldMkLst>
        <pc:spChg chg="mod">
          <ac:chgData name="SARUMATHI R N" userId="0605be4fb276a409" providerId="LiveId" clId="{12791EE1-7A5F-4DC6-8D91-55722DA266F8}" dt="2026-10-09T11:12:59.141" v="182" actId="20577"/>
          <ac:spMkLst>
            <pc:docMk/>
            <pc:sldMk cId="0" sldId="261"/>
            <ac:spMk id="6" creationId="{00000000-0000-0000-0000-000000000000}"/>
          </ac:spMkLst>
        </pc:spChg>
        <pc:spChg chg="mod">
          <ac:chgData name="SARUMATHI R N" userId="0605be4fb276a409" providerId="LiveId" clId="{12791EE1-7A5F-4DC6-8D91-55722DA266F8}" dt="2026-10-09T15:18:06.247" v="462" actId="5793"/>
          <ac:spMkLst>
            <pc:docMk/>
            <pc:sldMk cId="0" sldId="261"/>
            <ac:spMk id="10" creationId="{00000000-0000-0000-0000-000000000000}"/>
          </ac:spMkLst>
        </pc:spChg>
      </pc:sldChg>
      <pc:sldChg chg="modSp mod">
        <pc:chgData name="SARUMATHI R N" userId="0605be4fb276a409" providerId="LiveId" clId="{12791EE1-7A5F-4DC6-8D91-55722DA266F8}" dt="2026-10-09T15:20:06.528" v="503" actId="20577"/>
        <pc:sldMkLst>
          <pc:docMk/>
          <pc:sldMk cId="0" sldId="262"/>
        </pc:sldMkLst>
        <pc:spChg chg="mod">
          <ac:chgData name="SARUMATHI R N" userId="0605be4fb276a409" providerId="LiveId" clId="{12791EE1-7A5F-4DC6-8D91-55722DA266F8}" dt="2026-10-09T11:13:09.886" v="202" actId="20577"/>
          <ac:spMkLst>
            <pc:docMk/>
            <pc:sldMk cId="0" sldId="262"/>
            <ac:spMk id="6" creationId="{00000000-0000-0000-0000-000000000000}"/>
          </ac:spMkLst>
        </pc:spChg>
        <pc:spChg chg="mod">
          <ac:chgData name="SARUMATHI R N" userId="0605be4fb276a409" providerId="LiveId" clId="{12791EE1-7A5F-4DC6-8D91-55722DA266F8}" dt="2026-10-09T15:20:06.528" v="503" actId="20577"/>
          <ac:spMkLst>
            <pc:docMk/>
            <pc:sldMk cId="0" sldId="262"/>
            <ac:spMk id="10" creationId="{00000000-0000-0000-0000-000000000000}"/>
          </ac:spMkLst>
        </pc:spChg>
      </pc:sldChg>
      <pc:sldChg chg="modSp mod">
        <pc:chgData name="SARUMATHI R N" userId="0605be4fb276a409" providerId="LiveId" clId="{12791EE1-7A5F-4DC6-8D91-55722DA266F8}" dt="2026-10-09T15:25:35.774" v="614" actId="5793"/>
        <pc:sldMkLst>
          <pc:docMk/>
          <pc:sldMk cId="0" sldId="263"/>
        </pc:sldMkLst>
        <pc:spChg chg="mod">
          <ac:chgData name="SARUMATHI R N" userId="0605be4fb276a409" providerId="LiveId" clId="{12791EE1-7A5F-4DC6-8D91-55722DA266F8}" dt="2026-10-09T11:13:25.403" v="222" actId="20577"/>
          <ac:spMkLst>
            <pc:docMk/>
            <pc:sldMk cId="0" sldId="263"/>
            <ac:spMk id="6" creationId="{00000000-0000-0000-0000-000000000000}"/>
          </ac:spMkLst>
        </pc:spChg>
        <pc:spChg chg="mod">
          <ac:chgData name="SARUMATHI R N" userId="0605be4fb276a409" providerId="LiveId" clId="{12791EE1-7A5F-4DC6-8D91-55722DA266F8}" dt="2026-10-09T15:25:35.774" v="614" actId="5793"/>
          <ac:spMkLst>
            <pc:docMk/>
            <pc:sldMk cId="0" sldId="263"/>
            <ac:spMk id="10" creationId="{00000000-0000-0000-0000-000000000000}"/>
          </ac:spMkLst>
        </pc:spChg>
      </pc:sldChg>
      <pc:sldChg chg="del">
        <pc:chgData name="SARUMATHI R N" userId="0605be4fb276a409" providerId="LiveId" clId="{12791EE1-7A5F-4DC6-8D91-55722DA266F8}" dt="2026-10-09T11:13:57.683" v="223" actId="47"/>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60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ZENITH</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t>The main target users are AI developers, IoT engineers, and companies that work with sensitive data. It can also be useful for hospitals, industries, and organizations that need faster AI processing, better data privacy, and less dependence on cloud services.</a:t>
            </a:r>
            <a:endParaRPr lang="en-US" sz="1800" dirty="0"/>
          </a:p>
          <a:p>
            <a:pPr marL="279400" indent="-279400">
              <a:spcAft>
                <a:spcPts val="1000"/>
              </a:spcAft>
              <a:buClr>
                <a:schemeClr val="accent1"/>
              </a:buClr>
              <a:buSzPct val="100000"/>
              <a:buFontTx/>
              <a:buChar char="•"/>
            </a:pPr>
            <a:r>
              <a:rPr lang="en-US" dirty="0"/>
              <a:t>The secondary stakeholders include cloud service providers, network providers, cybersecurity professionals, device manufacturers, and data protection authorities. They support the system by providing connectivity, ensuring security, maintaining device compatibility, and protecting user data. Organizations that manage AI infrastructure may also benefit from reduced cloud usage and improved system efficiency.</a:t>
            </a:r>
            <a:endParaRPr lang="en-US" sz="1800" dirty="0"/>
          </a:p>
          <a:p>
            <a:pPr marL="279400" indent="-279400">
              <a:spcAft>
                <a:spcPts val="1000"/>
              </a:spcAft>
              <a:buClr>
                <a:schemeClr val="accent1"/>
              </a:buClr>
              <a:buSzPct val="100000"/>
              <a:buChar char="•"/>
            </a:pPr>
            <a:r>
              <a:rPr lang="en-US" dirty="0"/>
              <a:t>If this problem is solved, AI developers, businesses, and organizations that handle sensitive data will benefit from better privacy, faster processing, and reduced dependence on cloud services. It will also help users in areas with poor internet connectivity by allowing AI tasks to run directly on nearby devices. Overall, it can make AI systems more secure, efficient, and reliable.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ZENITH</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FontTx/>
              <a:buChar char="•"/>
            </a:pPr>
            <a:r>
              <a:rPr lang="en-US" dirty="0"/>
              <a:t>Currently, most AI applications depend on centralized cloud servers to process data and perform tasks. This can cause delays, require a stable internet connection, and create privacy concerns when sensitive data is sent to external servers. Edge AI helps solve these issues by processing data directly on local devices, but coordinating multiple AI agents across different devices is still challenging. Therefore, a decentralized workflow engine is needed to help AI agents work together efficiently while keeping user data private and reducing cloud dependency.</a:t>
            </a:r>
            <a:endParaRPr lang="en-US" sz="1800" dirty="0"/>
          </a:p>
          <a:p>
            <a:pPr marL="279400" indent="-279400">
              <a:spcAft>
                <a:spcPts val="1000"/>
              </a:spcAft>
              <a:buClr>
                <a:schemeClr val="accent1"/>
              </a:buClr>
              <a:buSzPct val="100000"/>
              <a:buFontTx/>
              <a:buChar char="•"/>
            </a:pPr>
            <a:r>
              <a:rPr lang="en-US" dirty="0"/>
              <a:t>AI systems often rely on cloud servers, which can increase response time and expose sensitive data during transmission. Edge AI processes data locally, reducing the need to send information to external servers. With the growing use of IoT devices and AI applications, a decentralized workflow engine can help multiple AI agents coordinate tasks efficiently, reduce network usage, and improve privacy. However, its performance depends on the device's processing power, memory, and available resources.</a:t>
            </a:r>
            <a:endParaRPr lang="en-US" sz="1800" dirty="0"/>
          </a:p>
          <a:p>
            <a:pPr marL="279400" indent="-279400">
              <a:spcAft>
                <a:spcPts val="1000"/>
              </a:spcAft>
              <a:buClr>
                <a:schemeClr val="accent1"/>
              </a:buClr>
              <a:buSzPct val="100000"/>
              <a:buFontTx/>
              <a:buChar char="•"/>
            </a:pPr>
            <a:r>
              <a:rPr lang="en-US" dirty="0"/>
              <a:t>The user submits a task, and the data is sent to a cloud server for processing. The AI system processes the data and returns the result to the user. When multiple AI agents are involved, a central system coordinates their tasks, which may cause delays, increase cloud dependency, and raise privacy concerns.</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ZENITH</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FontTx/>
              <a:buChar char="•"/>
            </a:pPr>
            <a:r>
              <a:rPr lang="en-US" dirty="0"/>
              <a:t>The main difficulties are high network latency, dependence on stable internet connectivity, and privacy risks when sending sensitive data to cloud servers. Coordinating multiple AI agents across different devices is also challenging due to limited memory, processing power, and battery life. Ensuring reliable communication and efficient task management between agents is another major bottleneck.</a:t>
            </a:r>
            <a:endParaRPr lang="en-US" sz="1800" dirty="0"/>
          </a:p>
          <a:p>
            <a:pPr marL="279400" indent="-279400">
              <a:spcAft>
                <a:spcPts val="1000"/>
              </a:spcAft>
              <a:buClr>
                <a:schemeClr val="accent1"/>
              </a:buClr>
              <a:buSzPct val="100000"/>
              <a:buFontTx/>
              <a:buChar char="•"/>
            </a:pPr>
            <a:r>
              <a:rPr lang="en-US" dirty="0"/>
              <a:t>The main root causes are the heavy dependence on centralized cloud servers, continuous data transmission over networks, and limited resources on edge devices. The lack of proper coordination between AI agents, differences in device capabilities, and insufficient security measures can also lead to delays, inefficient task execution, and privacy risks.</a:t>
            </a:r>
          </a:p>
          <a:p>
            <a:pPr marL="279400" indent="-279400">
              <a:spcAft>
                <a:spcPts val="1000"/>
              </a:spcAft>
              <a:buClr>
                <a:schemeClr val="accent1"/>
              </a:buClr>
              <a:buSzPct val="100000"/>
              <a:buFontTx/>
              <a:buChar char="•"/>
            </a:pPr>
            <a:r>
              <a:rPr lang="en-US" dirty="0"/>
              <a:t>If these problems remain unsolved, AI applications may continue to face delays, high cloud computing costs, and privacy risks. Poor coordination between AI agents can also lead to inefficient task execution and system failures. Dependence on stable internet connectivity may limit the use of AI in remote areas, reducing the overall reliability and accessibility of edge AI systems.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ZENITH</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FontTx/>
              <a:buChar char="•"/>
            </a:pPr>
            <a:r>
              <a:rPr lang="en-US" dirty="0"/>
              <a:t>Existing alternatives include cloud-based AI, edge computing, and distributed AI frameworks. Tools like TensorFlow Lite and ONNX Runtime support local AI processing, but efficient coordination between multiple agents while maintaining privacy remains a challenge.</a:t>
            </a:r>
            <a:endParaRPr lang="en-US" sz="1800" dirty="0"/>
          </a:p>
          <a:p>
            <a:pPr marL="279400" indent="-279400">
              <a:spcAft>
                <a:spcPts val="1000"/>
              </a:spcAft>
              <a:buClr>
                <a:schemeClr val="accent1"/>
              </a:buClr>
              <a:buSzPct val="100000"/>
              <a:buFontTx/>
              <a:buChar char="•"/>
            </a:pPr>
            <a:r>
              <a:rPr lang="en-US" dirty="0"/>
              <a:t>Cloud-based AI depends on internet connectivity and may raise privacy concerns. Edge AI is limited by device memory and processing power. Distributed AI frameworks can be complex to manage and may face coordination and communication challenges between agents.</a:t>
            </a:r>
            <a:endParaRPr lang="en-US" sz="1800" dirty="0"/>
          </a:p>
          <a:p>
            <a:pPr marL="279400" indent="-279400">
              <a:spcAft>
                <a:spcPts val="1000"/>
              </a:spcAft>
              <a:buClr>
                <a:schemeClr val="accent1"/>
              </a:buClr>
              <a:buSzPct val="100000"/>
              <a:buFontTx/>
              <a:buChar char="•"/>
            </a:pPr>
            <a:r>
              <a:rPr lang="en-US" dirty="0"/>
              <a:t>Existing systems lack a simple and efficient way to coordinate multiple AI agents across edge devices while maintaining data privacy. The key challenges are secure local processing, efficient task distribution, low latency, and reliable coordination despite limited device resources and network connectivity.</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ZENITH</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FontTx/>
              <a:buChar char="•"/>
            </a:pPr>
            <a:r>
              <a:rPr lang="en-US" dirty="0"/>
              <a:t>The system requires edge devices such as laptops, smartphones, or Raspberry Pi boards with sufficient processing power, RAM, and storage. A stable local network may be needed for communication between devices. Optional hardware accelerators can improve AI processing speed.</a:t>
            </a:r>
            <a:endParaRPr lang="en-US" sz="1800" dirty="0"/>
          </a:p>
          <a:p>
            <a:pPr marL="279400" indent="-279400">
              <a:spcAft>
                <a:spcPts val="1000"/>
              </a:spcAft>
              <a:buClr>
                <a:schemeClr val="accent1"/>
              </a:buClr>
              <a:buSzPct val="100000"/>
              <a:buFontTx/>
              <a:buChar char="•"/>
            </a:pPr>
            <a:r>
              <a:rPr lang="en-US" dirty="0"/>
              <a:t>The system requires Python for development, an AI framework such as TensorFlow Lite or ONNX Runtime, and a workflow orchestration framework to coordinate AI agents. It also needs a suitable operating system, networking libraries, and security tools for data privacy and secure communication.</a:t>
            </a:r>
            <a:endParaRPr lang="en-US" sz="1800" dirty="0"/>
          </a:p>
          <a:p>
            <a:pPr marL="279400" indent="-279400">
              <a:spcAft>
                <a:spcPts val="1000"/>
              </a:spcAft>
              <a:buClr>
                <a:schemeClr val="accent1"/>
              </a:buClr>
              <a:buSzPct val="100000"/>
              <a:buFontTx/>
              <a:buChar char="•"/>
            </a:pPr>
            <a:r>
              <a:rPr lang="en-US" dirty="0"/>
              <a:t>The project requires a team of developers with knowledge of Python, AI, networking, and cybersecurity. It also needs internet access for development, testing devices, relevant datasets, and development tools. Guidance from faculty or technical mentors will help with implementation, testing, and improvement.</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ZENITH</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FontTx/>
              <a:buChar char="•"/>
            </a:pPr>
            <a:r>
              <a:rPr lang="en-US" dirty="0"/>
              <a:t>Our team intends to develop a privacy-first workflow engine that allows multiple lightweight AI agents to work together on edge devices. The system will process data locally, coordinate tasks efficiently, and reduce dependence on cloud servers while ensuring better privacy and faster responses.</a:t>
            </a:r>
            <a:endParaRPr lang="en-US" sz="1800" dirty="0"/>
          </a:p>
          <a:p>
            <a:pPr marL="279400" indent="-279400">
              <a:spcAft>
                <a:spcPts val="1000"/>
              </a:spcAft>
              <a:buClr>
                <a:schemeClr val="accent1"/>
              </a:buClr>
              <a:buSzPct val="100000"/>
              <a:buFontTx/>
              <a:buChar char="•"/>
            </a:pPr>
            <a:r>
              <a:rPr lang="en-US" dirty="0"/>
              <a:t>Our team aims to improve data privacy, processing speed, and coordination between AI agents. We also want to reduce cloud dependency, minimize network usage, and make the system more efficient on devices with limited resources.</a:t>
            </a:r>
          </a:p>
          <a:p>
            <a:pPr marL="279400" indent="-279400">
              <a:spcAft>
                <a:spcPts val="1000"/>
              </a:spcAft>
              <a:buClr>
                <a:schemeClr val="accent1"/>
              </a:buClr>
              <a:buSzPct val="100000"/>
              <a:buFontTx/>
              <a:buChar char="•"/>
            </a:pPr>
            <a:r>
              <a:rPr lang="en-US" dirty="0"/>
              <a:t>Our goal is to develop a reliable workflow engine that enables AI agents to collaborate efficiently on edge devices, with faster task execution, improved data privacy, reduced cloud dependency, and better use of device resources.</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1096</Words>
  <Application>Microsoft Office PowerPoint</Application>
  <PresentationFormat>Widescreen</PresentationFormat>
  <Paragraphs>54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Genesis Ideathon</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SARUMATHI R N</cp:lastModifiedBy>
  <cp:revision>1</cp:revision>
  <dcterms:created xsi:type="dcterms:W3CDTF">2026-10-07T15:27:40Z</dcterms:created>
  <dcterms:modified xsi:type="dcterms:W3CDTF">2026-10-09T15:25:42Z</dcterms:modified>
</cp:coreProperties>
</file>